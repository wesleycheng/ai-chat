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AI Chat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企业级多功能 AI 聊天平台</a:t>
            </a:r>
          </a:p>
          <a:p/>
          <a:p>
            <a:r>
              <a:t>项目开发文档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A52"/>
                </a:solidFill>
              </a:defRPr>
            </a:pPr>
            <a:r>
              <a:t>开发者：Wesley Cheng</a:t>
            </a:r>
          </a:p>
          <a:p>
            <a:pPr>
              <a:spcAft>
                <a:spcPts val="600"/>
              </a:spcAft>
              <a:defRPr sz="1400">
                <a:solidFill>
                  <a:srgbClr val="374A52"/>
                </a:solidFill>
              </a:defRPr>
            </a:pPr>
            <a:r>
              <a:t>日期：2026-05-30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✨ 核心特性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多模型支持 - DeepSeek、OpenAI、Anthropic、Ollama、自定义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文件智能解析 - PDF、DOCX、XLSX、TXT、MD、JPG、PNG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Agent 管理系统 - 自定义系统提示词、工具配置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流式对话 - SSE 实时输出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响应式设计 - 完美适配桌面端和移动端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安全认证 - JWT + bcrypt 加密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📊 项目信息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开发时间：2026-05-27 至 2026-05-30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总提交次数：28 次</a:t>
            </a:r>
          </a:p>
          <a:p>
            <a:pPr>
              <a:spcAft>
                <a:spcPts val="600"/>
              </a:spcAft>
              <a:defRPr sz="1200">
                <a:solidFill>
                  <a:srgbClr val="374A52"/>
                </a:solidFill>
              </a:defRPr>
            </a:pPr>
            <a:r>
              <a:t>• 生产环境：http://8.137.103.202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整体架构：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用户层 (Web Browser)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前端层 (React + TypeScript)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ChatPage | Settings | Files | Agents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 ↓ HTTP/WebSocket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后端层 (FastAPI + Uvicorn)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Auth | Chat | Files | Agents | Config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数据层 (PostgreSQL + Redis + ChromaDB)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技术特点：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• 前后端分离架构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• 容器化部署 (Docker + Docker Compose)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• 异步任务处理 (arq)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• 向量检索 (ChromaDB + RAG)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• 流式输出 (SSE)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前端技术栈：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框架：React 18.3 + TypeScript 5.5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构建工具：Vite 5.4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样式方案：Tailwind CSS 3.4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状态管理：Zustand 4.5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数据请求：@tanstack/react-query 5.56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路由管理：React Router DOM 6.26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HTTP 客户端：Axios 1.7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Markdown 渲染：react-markdown 9.0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图标库：lucide-react 0.400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后端技术栈：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Web 框架：FastAPI 0.115 + Uvicorn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ORM：SQLAlchemy 2.0 + Alembic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数据库驱动：asyncpg 0.30 + psycopg2-binary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认证：python-jose 3.3 + passlib 1.7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AI 框架：LangChain 0.3 + LangGraph 0.2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向量数据库：ChromaDB 0.5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异步任务：arq 0.24 + Redis 5.2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功能模块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1. 用户认证模块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用户注册/登录 (JWT Token 认证)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Token 刷新机制、密码 bcrypt 加密存储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2. 模型配置模块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支持多种 AI 模型提供商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模型配置 CRUD（创建、编辑、删除）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设置默认模型、启用/禁用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API Key 加密存储 (AES-256)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3. 对话管理模块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创建新对话、切换模型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选择 Agent 进行对话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SSE 流式输出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上下文管理 (Sliding Window)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4. 文件管理模块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支持文件类型：PDF、DOCX、XLSX、TXT、MD、JPG、PNG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文件大小限制：10MB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异步文件上传、自动解析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5. Agent 管理模块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Agent 创建、编辑、删除</a:t>
            </a:r>
          </a:p>
          <a:p>
            <a:pPr>
              <a:spcAft>
                <a:spcPts val="600"/>
              </a:spcAft>
              <a:defRPr sz="1100">
                <a:solidFill>
                  <a:srgbClr val="374A52"/>
                </a:solidFill>
              </a:defRPr>
            </a:pPr>
            <a:r>
              <a:t>   • 自定义系统提示词 (System Prompt)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开发过程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开发时间线：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Day 1 (2026-05-27) - 项目初始化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初始化 Git 仓库、创建项目基础结构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配置 Docker Compose 环境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后端 FastAPI 骨架搭建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前端 Vite + React + TypeScript 初始化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Day 2 (2026-05-28) - 核心功能开发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用户认证系统 (JWT + bcrypt)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模型配置 CRUD、对话功能 + SSE 流式输出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文件上传接口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完善 Docker 部署配置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ECS 生产环境部署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Day 3 (2026-05-29) - 功能完善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Agent 管理页面（创建、编辑、删除）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聊天页面支持选择 Agent 进行对话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聊天支持上传文件，结合文件内容进行对话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全站响应式 UI 优化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Day 4 (2026-05-30) - 细节优化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设置页面支持编辑默认模型和启用状态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优化输入内容过后显示问题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等待答案过程中显示动画效果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提交日志 (前10条)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907c52b | 2026-05-30 | feat: 设置页面支持编辑默认模型和启用状态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b23c987 | 2026-05-29 | fix: 修复文件上传问题，修复认证头拼写错误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eedd3dd | 2026-05-29 | feat: 优化所有页面响应式设计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adcb7fb | 2026-05-29 | feat: 响应式UI优化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c6a6c10 | 2026-05-29 | fix: 修复文件上传问题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19dba34 | 2026-05-29 | fix: 修复文件内容获取问题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fbf714c | 2026-05-29 | fix: 优化文件上传流程，修复上传失败问题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29ec3ab | 2026-05-29 | feat: 聊天支持上传文件，结合文件内容进行对话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0b76cfd | 2026-05-29 | feat: 聊天页面支持选择Agent进行对话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9e72e15 | 2026-05-29 | fix: 修复创建Agent时model_id为空字符串导致500错误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提交统计：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• ✨ 新功能 (feat): 15 次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• 🐛 错误修复 (fix): 12 次</a:t>
            </a:r>
          </a:p>
          <a:p>
            <a:pPr>
              <a:spcAft>
                <a:spcPts val="600"/>
              </a:spcAft>
              <a:defRPr sz="900">
                <a:solidFill>
                  <a:srgbClr val="374A52"/>
                </a:solidFill>
              </a:defRPr>
            </a:pPr>
            <a:r>
              <a:t>• 总计: 28 次提交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重大 Bug 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Bug #1: Authorization 拼写错误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问题：前端 api.ts 中 Authorization 拼写为 Authoriation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修复：修正拼写错误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提交: b23c987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Bug #2: 文件上传失败（Content-Type 问题）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问题：手动设置 Content-Type 导致 boundary 缺失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修复：删除手动设置的 Content-Type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提交: c6a6c10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Bug #3: 创建 Agent 时 model_id 为空字符串导致 500 错误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问题：空字符串 '' 导致数据库外键约束报错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修复：将空字符串转为 None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提交: 9e72e15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Bug #4: 文件内容未随消息发送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问题：file_ids 类型不匹配，查询条件错误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修复：转换 file_ids 为 UUID 列表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提交: 19dba34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测试情况：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认证模块测试 - 通过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模型配置测试 - 通过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对话功能测试 - 通过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文件上传测试 - 通过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✅ Agent 管理测试 - 通过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部署架构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Docker Compose 服务架构：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frontend (Nginx Alpine) - 端口：5173:80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backend (Python 3.12-slim) - 端口：8000:8000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postgres (PostgreSQL 16-alpine) - 端口：5432:5432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redis (Redis 7-alpine) - 端口：6379:6379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chromadb (ChromaDB latest) - 端口：8001:8000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• arq-worker (异步任务队列)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ECS 部署流程：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1. SSH 登录到 ECS 服务器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2. 进入项目目录：cd /var/www/ai-chat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3. 执行部署脚本：bash deploy-ecs.sh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4. 检查服务状态：docker compose ps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环境变量配置：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DATABASE_URL - 数据库连接字符串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REDIS_URL - Redis 连接字符串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CHROMA_HOST - ChromaDB 主机地址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• SECRET_KEY - JWT 密钥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B"/>
                </a:solidFill>
              </a:defRPr>
            </a:pPr>
            <a:r>
              <a:t>使用指南 &amp; 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快速开始：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1. 注册账号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访问 http://8.137.103.202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点击注册按钮，输入用户名、密码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2. 配置模型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登录后，点击设置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展开模型配置，点击添加模型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填写模型信息（名称、提供商、API Key）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3. 开始对话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点击新对话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 • 输入消息，按 Enter 发送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未来规划：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功能增强：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- 支持更多文件类型（PPT、MP4 等）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- 实现 RAG 检索增强（ChromaDB 向量存储）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- 支持多模态输入（图片、语音）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性能优化：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- 实现消息分页加载</a:t>
            </a:r>
          </a:p>
          <a:p>
            <a:pPr>
              <a:spcAft>
                <a:spcPts val="600"/>
              </a:spcAft>
              <a:defRPr sz="1000">
                <a:solidFill>
                  <a:srgbClr val="374A52"/>
                </a:solidFill>
              </a:defRPr>
            </a:pPr>
            <a:r>
              <a:t>  - 优化文件解析速度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