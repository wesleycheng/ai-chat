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Chat Platform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项目文档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3017520"/>
            <a:ext cx="2743200" cy="0"/>
          </a:xfrm>
          <a:prstGeom prst="line">
            <a:avLst/>
          </a:prstGeom>
          <a:noFill/>
          <a:ln w="381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2918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React + TypeScript + FastAPI + PostgreSQL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开发者：Wesley Cheng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更新日期：2026-06-15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目录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60320" cy="1005840"/>
          </a:xfrm>
          <a:prstGeom prst="rect">
            <a:avLst>
              <a:gd name="adj" fmla="val 727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2618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项目概述与核心特性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188720"/>
            <a:ext cx="2560320" cy="1005840"/>
          </a:xfrm>
          <a:prstGeom prst="rect">
            <a:avLst>
              <a:gd name="adj" fmla="val 727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83280" y="12618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383280" y="16916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系统架构与技术栈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1188720"/>
            <a:ext cx="2560320" cy="1005840"/>
          </a:xfrm>
          <a:prstGeom prst="rect">
            <a:avLst>
              <a:gd name="adj" fmla="val 727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09360" y="12618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309360" y="16916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功能模块详解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2560320" cy="1005840"/>
          </a:xfrm>
          <a:prstGeom prst="rect">
            <a:avLst>
              <a:gd name="adj" fmla="val 727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" y="254203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720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开发时间线与Bug修复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83280" y="2468880"/>
            <a:ext cx="2560320" cy="1005840"/>
          </a:xfrm>
          <a:prstGeom prst="rect">
            <a:avLst>
              <a:gd name="adj" fmla="val 7273"/>
            </a:avLst>
          </a:prstGeom>
          <a:solidFill>
            <a:srgbClr val="DBEAF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83280" y="254203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38328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单元测试体系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2468880"/>
            <a:ext cx="2560320" cy="1005840"/>
          </a:xfrm>
          <a:prstGeom prst="rect">
            <a:avLst>
              <a:gd name="adj" fmla="val 7273"/>
            </a:avLst>
          </a:prstGeom>
          <a:solidFill>
            <a:srgbClr val="DBEAF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09360" y="254203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30936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测试覆盖率报告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749040"/>
            <a:ext cx="2560320" cy="1005840"/>
          </a:xfrm>
          <a:prstGeom prst="rect">
            <a:avLst>
              <a:gd name="adj" fmla="val 7273"/>
            </a:avLst>
          </a:prstGeom>
          <a:solidFill>
            <a:srgbClr val="DBEAF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382219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57200" y="42519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日志系统设计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383280" y="3749040"/>
            <a:ext cx="2560320" cy="1005840"/>
          </a:xfrm>
          <a:prstGeom prst="rect">
            <a:avLst>
              <a:gd name="adj" fmla="val 727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383280" y="382219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383280" y="42519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部署架构与使用指南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09360" y="3749040"/>
            <a:ext cx="2560320" cy="1005840"/>
          </a:xfrm>
          <a:prstGeom prst="rect">
            <a:avLst>
              <a:gd name="adj" fmla="val 727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09360" y="382219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309360" y="42519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未来规划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项目概述与核心特性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60320" cy="1554480"/>
          </a:xfrm>
          <a:prstGeom prst="rect">
            <a:avLst>
              <a:gd name="adj" fmla="val 4706"/>
            </a:avLst>
          </a:prstGeom>
          <a:solidFill>
            <a:srgbClr val="F0F7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多模型支持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DeepSeek、OpenAI、Anthropic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Ollama、自定义模型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188720"/>
            <a:ext cx="2560320" cy="1554480"/>
          </a:xfrm>
          <a:prstGeom prst="rect">
            <a:avLst>
              <a:gd name="adj" fmla="val 4706"/>
            </a:avLst>
          </a:prstGeom>
          <a:solidFill>
            <a:srgbClr val="F0F7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383280" y="1188720"/>
            <a:ext cx="256032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文件智能解析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20440" y="16916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PDF、DOCX、XLSX、TXT、MD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自动解析内容 + RAG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09360" y="1188720"/>
            <a:ext cx="2560320" cy="1554480"/>
          </a:xfrm>
          <a:prstGeom prst="rect">
            <a:avLst>
              <a:gd name="adj" fmla="val 4706"/>
            </a:avLst>
          </a:prstGeom>
          <a:solidFill>
            <a:srgbClr val="F0F7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09360" y="1188720"/>
            <a:ext cx="256032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智能体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46520" y="16916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自定义 System Prompt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工具配置、角色绑定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2560320" cy="1554480"/>
          </a:xfrm>
          <a:prstGeom prst="rect">
            <a:avLst>
              <a:gd name="adj" fmla="val 4706"/>
            </a:avLst>
          </a:prstGeom>
          <a:solidFill>
            <a:srgbClr val="F0F7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017520"/>
            <a:ext cx="256032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1546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流式对话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4360" y="35204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SSE 实时输出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打字动画 + 光标效果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83280" y="3017520"/>
            <a:ext cx="2560320" cy="1554480"/>
          </a:xfrm>
          <a:prstGeom prst="rect">
            <a:avLst>
              <a:gd name="adj" fmla="val 4706"/>
            </a:avLst>
          </a:prstGeom>
          <a:solidFill>
            <a:srgbClr val="F0F7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383280" y="3017520"/>
            <a:ext cx="256032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3520440" y="31546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响应式设计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20440" y="35204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桌面端 + 移动端适配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侧边栏滑出 + 遮罩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09360" y="3017520"/>
            <a:ext cx="2560320" cy="1554480"/>
          </a:xfrm>
          <a:prstGeom prst="rect">
            <a:avLst>
              <a:gd name="adj" fmla="val 4706"/>
            </a:avLst>
          </a:prstGeom>
          <a:solidFill>
            <a:srgbClr val="F0F7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09360" y="3017520"/>
            <a:ext cx="256032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31546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安全认证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46520" y="35204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+ bcrypt 加密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刷新机制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系统架构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640080"/>
          </a:xfrm>
          <a:prstGeom prst="rect">
            <a:avLst>
              <a:gd name="adj" fmla="val 8571"/>
            </a:avLst>
          </a:prstGeom>
          <a:solidFill>
            <a:srgbClr val="3B82F6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1430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926080" y="11430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Browser / Mobile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7680960" cy="640080"/>
          </a:xfrm>
          <a:prstGeom prst="rect">
            <a:avLst>
              <a:gd name="adj" fmla="val 8571"/>
            </a:avLst>
          </a:prstGeom>
          <a:solidFill>
            <a:srgbClr val="0EA5E9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9659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196596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TypeScript + Vite + Zustand + TanStack Query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743200"/>
            <a:ext cx="7680960" cy="640080"/>
          </a:xfrm>
          <a:prstGeom prst="rect">
            <a:avLst>
              <a:gd name="adj" fmla="val 8571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27889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926080" y="27889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LangChain + SQLAlchemy + JWT + SSE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3566160"/>
            <a:ext cx="7680960" cy="640080"/>
          </a:xfrm>
          <a:prstGeom prst="rect">
            <a:avLst>
              <a:gd name="adj" fmla="val 8571"/>
            </a:avLst>
          </a:prstGeom>
          <a:solidFill>
            <a:srgbClr val="065A8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36118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361188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+ Redis + ChromaDB + Uploads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1783080"/>
            <a:ext cx="0" cy="13716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0" y="2606040"/>
            <a:ext cx="0" cy="13716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0" y="3429000"/>
            <a:ext cx="0" cy="13716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17830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/ SSE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46320" y="34290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/ Redis / File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功能模块详解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60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54864" cy="1554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用户认证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注册 / 登录 / JWT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刷新 / bcrypt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188720"/>
            <a:ext cx="2560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383280" y="1188720"/>
            <a:ext cx="54864" cy="1554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325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模型配置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66160" y="173736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多提供商支持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Key 加密存储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09360" y="1188720"/>
            <a:ext cx="2560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09360" y="1188720"/>
            <a:ext cx="54864" cy="1554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1325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对话管理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92240" y="173736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SSE 流式输出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上下文管理 / 历史记录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2560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017520"/>
            <a:ext cx="54864" cy="1554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1546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文件管理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56616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PDF/DOCX/XLSX/TXT/MD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自动解析 + RAG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83280" y="3017520"/>
            <a:ext cx="2560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383280" y="3017520"/>
            <a:ext cx="54864" cy="1554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3566160" y="31546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管理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66160" y="356616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 / System Prompt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角色绑定 / 工具选择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09360" y="3017520"/>
            <a:ext cx="2560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09360" y="3017520"/>
            <a:ext cx="54864" cy="1554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31546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响应式 UI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92240" y="356616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移动端适配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动画效果 / 交互优化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开发时间线与关键Bug修复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972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#1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463040" y="10972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Authorization 拼写错误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0" y="10972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 api.ts 拼写为 Authoriation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修正为 Authorization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82296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1828800"/>
            <a:ext cx="54864" cy="6400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874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#2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63040" y="1874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FormData Content-Type 问题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0" y="18745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手动设置 Content-Type 导致 boundary 丢失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FormData 不手动设置 Content-Type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606040"/>
            <a:ext cx="8229600" cy="6400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2606040"/>
            <a:ext cx="54864" cy="6400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6517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#3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63040" y="26517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model_id 空字符串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0" y="26517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未选模型时传空字符串致 500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空字符串转为 None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54864" cy="6400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4290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#4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63040" y="34290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文件内容未随消息发送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0" y="34290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file_ids 类型不匹配 + user_id 过滤错误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修正类型和过滤条件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160520"/>
            <a:ext cx="8229600" cy="6400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4160520"/>
            <a:ext cx="54864" cy="6400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206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#5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463040" y="42062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getMe 时序问题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114800" y="420624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登录后调用 getMe 时序不对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登录接口直接返回 user 信息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  单元测试体系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1645920"/>
          </a:xfrm>
          <a:prstGeom prst="rect">
            <a:avLst>
              <a:gd name="adj" fmla="val 4444"/>
            </a:avLst>
          </a:prstGeom>
          <a:solidFill>
            <a:srgbClr val="F0F7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测试框架与工具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F1B2D"/>
                </a:solidFill>
              </a:rPr>
              <a:t>pytest + pytest-asyncio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F1B2D"/>
                </a:solidFill>
              </a:rPr>
              <a:t>pytest-cov（覆盖率报告）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F1B2D"/>
                </a:solidFill>
              </a:rPr>
              <a:t>httpx（异步HTTP测试）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F1B2D"/>
                </a:solidFill>
              </a:rPr>
              <a:t>SQLite 内存数据库（测试隔离）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931920" cy="1645920"/>
          </a:xfrm>
          <a:prstGeom prst="rect">
            <a:avLst>
              <a:gd name="adj" fmla="val 4444"/>
            </a:avLst>
          </a:prstGeom>
          <a:solidFill>
            <a:srgbClr val="F0F7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1887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测试文件结构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155448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tests/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0F1B2D"/>
                </a:solidFill>
              </a:rPr>
              <a:t>  conftest.py  — 公共 fixtures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0F1B2D"/>
                </a:solidFill>
              </a:rPr>
              <a:t>  core/test_security.py  — 安全模块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0F1B2D"/>
                </a:solidFill>
              </a:rPr>
              <a:t>  api/test_auth.py  — 认证接口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0F1B2D"/>
                </a:solidFill>
              </a:rPr>
              <a:t>  api/test_config.py  — 模型配置接口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0F1B2D"/>
                </a:solidFill>
              </a:rPr>
              <a:t>  api/test_agents.py  — Agent接口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3017520"/>
            <a:ext cx="54864" cy="86868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063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密码安全测试 (4项)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密码哈希验证 ($2b$格式)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密码验证成功/失败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相同密码不同哈希（随机盐）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54880" y="3017520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3017520"/>
            <a:ext cx="54864" cy="8686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4937760" y="3063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Token 测试 (3项)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3776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创建与格式验证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带过期时间创建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解码成功/失败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4023360"/>
            <a:ext cx="54864" cy="86868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069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 Token 测试 (2项)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43434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刷新 Token 创建与验证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刷新 Token 寿命 &gt; Access Token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54880" y="4023360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54880" y="4023360"/>
            <a:ext cx="54864" cy="8686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4" name="Text 22"/>
          <p:cNvSpPr/>
          <p:nvPr/>
        </p:nvSpPr>
        <p:spPr>
          <a:xfrm>
            <a:off x="4937760" y="4069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接口测试 (15+项)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37760" y="43434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注册/登录/Token刷新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模型配置 CRUD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CRUD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权限验证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  测试覆盖率报告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200400" cy="2286000"/>
          </a:xfrm>
          <a:prstGeom prst="rect">
            <a:avLst>
              <a:gd name="adj" fmla="val 4000"/>
            </a:avLst>
          </a:prstGeom>
          <a:solidFill>
            <a:srgbClr val="F0F7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18872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58%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当前代码覆盖率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目标：80%+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931920" y="1097280"/>
            <a:ext cx="4754880" cy="2286000"/>
          </a:xfrm>
          <a:prstGeom prst="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0" y="11887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覆盖率配置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0" y="16459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报告格式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577840" y="16459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终端 + HTML + XML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0" y="16459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term-missing / htmlcov / coverage.xml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114800" y="20574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最低阈值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577840" y="20574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55%（当前）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0" y="20574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pyproject.toml: --cov-fail-under=55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114800" y="2468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测试来源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77840" y="24688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app/ 目录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0" y="2468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排除 tests/、venv/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0" y="28803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排除行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577840" y="28803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pragma / repr / main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315200" y="28803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标准覆盖率排除规则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1188720"/>
          </a:xfrm>
          <a:prstGeom prst="rect">
            <a:avLst>
              <a:gd name="adj" fmla="val 4615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0080" y="370332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--cov=app 输出示例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0080" y="397764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tests/core/test_security.py  </a:t>
            </a:r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[100%]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0080" y="4206240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 coverage: platform darwin ----------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       Stmts   Miss  Cover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app/core/security.py       42      5    </a:t>
            </a:r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88%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  日志系统设计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274320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2344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控制台输出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5544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 级别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实时查看运行状态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关键操作日志输出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0" y="109728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83280" y="1097280"/>
            <a:ext cx="27432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12344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文件输出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20440" y="15544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 级别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044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按日期命名文件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logs/app_YYYYMMDD.log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09728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09360" y="1097280"/>
            <a:ext cx="2743200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6" name="Text 14"/>
          <p:cNvSpPr/>
          <p:nvPr/>
        </p:nvSpPr>
        <p:spPr>
          <a:xfrm>
            <a:off x="6446520" y="12344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第三方库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46520" y="15544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 级别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46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uvicorn.access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httpx 静默处理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926080"/>
            <a:ext cx="8229600" cy="457200"/>
          </a:xfrm>
          <a:prstGeom prst="rect">
            <a:avLst>
              <a:gd name="adj" fmla="val 12000"/>
            </a:avLst>
          </a:prstGeom>
          <a:solidFill>
            <a:srgbClr val="F0F7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2971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日志格式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468880" y="29718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2026-06-15 11:30:00 - app.services.chat_service - INFO - [ChatService] 加载文件: report.pdf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566160"/>
            <a:ext cx="39319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0080" y="3611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日志辅助函数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393192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F1B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log_request(request, status)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log_error(error_msg, exc_info)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log_debug(debug_msg)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log_warning(warning_msg)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3566160"/>
            <a:ext cx="3931920" cy="1280160"/>
          </a:xfrm>
          <a:prstGeom prst="rect">
            <a:avLst>
              <a:gd name="adj" fmla="val 4286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937760" y="36118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业务日志示例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37760" y="393192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[Chat] Agent: 代码助手, prompt: 你是...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[ChatService] 检测到 2 个文件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[FileAPI] 文件上传成功: report.pdf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[ChatService] 文件内容: 3200 字符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  部署架构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2743200" cy="4572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1430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1645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 Alpine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:80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1945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静态文件服务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SSE 代理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097280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83280" y="1097280"/>
            <a:ext cx="2743200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11430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0440" y="1645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Uvicorn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20440" y="19202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:8000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20440" y="21945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服务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健康检查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9360" y="1097280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09360" y="1097280"/>
            <a:ext cx="2743200" cy="457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11430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46520" y="1645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7 Alpine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46520" y="19202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:6379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46520" y="21945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缓存 / 会话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异步任务队列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200400"/>
            <a:ext cx="8229600" cy="1645920"/>
          </a:xfrm>
          <a:prstGeom prst="rect">
            <a:avLst>
              <a:gd name="adj" fmla="val 4444"/>
            </a:avLst>
          </a:prstGeom>
          <a:solidFill>
            <a:srgbClr val="F0F7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0080" y="32918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ECS 部署信息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361188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F1B2D"/>
                </a:solidFill>
              </a:rPr>
              <a:t>服务器：8.137.103.202 (腾讯云 ECS)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F1B2D"/>
                </a:solidFill>
              </a:rPr>
              <a:t>项目路径：/var/www/ai-chat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F1B2D"/>
                </a:solidFill>
              </a:rPr>
              <a:t>部署方式：Docker Compose + git pull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F1B2D"/>
                </a:solidFill>
              </a:rPr>
              <a:t>健康检查：GET /health → {"status":"ok","version":"1.0.0"}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  未来规划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54864" cy="1554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功能增强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更多文件格式 / RAG 检索增强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多模态输入 / 对话分享 / 插件系统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18872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188720"/>
            <a:ext cx="54864" cy="1554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3258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测试完善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73736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覆盖率提升至 80%+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修复 f-string 语法错误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E2E 测试框架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017520"/>
            <a:ext cx="54864" cy="1554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1546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性能优化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56616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消息分页加载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文件解析速度优化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缓存策略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301752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3017520"/>
            <a:ext cx="54864" cy="1554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0" y="31546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安全加固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29200" y="356616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限流 / 输入验证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敏感信息脱敏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审计日志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3200400" y="2560320"/>
            <a:ext cx="2743200" cy="0"/>
          </a:xfrm>
          <a:prstGeom prst="line">
            <a:avLst/>
          </a:prstGeom>
          <a:noFill/>
          <a:ln w="381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AI Chat Platform - 项目文档 v3.0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C7293"/>
                </a:solidFill>
              </a:rPr>
              <a:t>GitHub: github.com/wesleycheng/ai-chat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Live: http://8.137.103.202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Chat Platform - 项目文档（含测试与日志）</dc:title>
  <dc:subject>PptxGenJS Presentation</dc:subject>
  <dc:creator>Wesley Cheng</dc:creator>
  <cp:lastModifiedBy>Wesley Cheng</cp:lastModifiedBy>
  <cp:revision>1</cp:revision>
  <dcterms:created xsi:type="dcterms:W3CDTF">2026-06-15T04:40:49Z</dcterms:created>
  <dcterms:modified xsi:type="dcterms:W3CDTF">2026-06-15T04:40:49Z</dcterms:modified>
</cp:coreProperties>
</file>