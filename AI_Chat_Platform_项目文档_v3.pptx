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Chat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项目文档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React + TypeScript + FastAPI + 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开发者：Wesley Cheng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更新日期：2026-06-15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项目概述与核心特性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系统架构与技术栈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功能模块详解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开发时间线与Bug修复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560320"/>
            <a:ext cx="2651760" cy="1097280"/>
          </a:xfrm>
          <a:prstGeom prst="rect">
            <a:avLst>
              <a:gd name="adj" fmla="val 666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单元测试体系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560320"/>
            <a:ext cx="2651760" cy="1097280"/>
          </a:xfrm>
          <a:prstGeom prst="rect">
            <a:avLst>
              <a:gd name="adj" fmla="val 666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测试覆盖率报告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2651760" cy="1097280"/>
          </a:xfrm>
          <a:prstGeom prst="rect">
            <a:avLst>
              <a:gd name="adj" fmla="val 666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日志系统设计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9319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部署架构与使用指南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651760" cy="1097280"/>
          </a:xfrm>
          <a:prstGeom prst="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4480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未来规划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项目概述与核心特性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DeepSeek、OpenAI、Anthropic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Ollama、自定义模型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文件智能解析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PDF、DOCX、XLSX、TXT、MD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自动解析内容 +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智能体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System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工具配置、角色绑定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流式对话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实时输出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打字动画 + 光标效果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响应式设计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桌面端 + 移动端适配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侧边栏滑出 + 遮罩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554480"/>
          </a:xfrm>
          <a:prstGeom prst="rect">
            <a:avLst>
              <a:gd name="adj" fmla="val 4706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安全认证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 加密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刷新机制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640080"/>
          </a:xfrm>
          <a:prstGeom prst="rect">
            <a:avLst>
              <a:gd name="adj" fmla="val 857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143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/ Mobile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640080"/>
          </a:xfrm>
          <a:prstGeom prst="rect">
            <a:avLst>
              <a:gd name="adj" fmla="val 8571"/>
            </a:avLst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Vite + Zustand + TanStack Query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640080"/>
          </a:xfrm>
          <a:prstGeom prst="rect">
            <a:avLst>
              <a:gd name="adj" fmla="val 857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88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LangChain + SQLAlchemy + JWT + 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7680960" cy="640080"/>
          </a:xfrm>
          <a:prstGeom prst="rect">
            <a:avLst>
              <a:gd name="adj" fmla="val 857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6118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 + ChromaDB + Uploads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78308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6060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42900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83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SSE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/ Redis / File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功能模块详解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用户认证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/ 登录 / JWT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刷新 / bcrypt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多提供商支持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加密存储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 / 历史记录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PDF/DOCX/XLSX/TXT/MD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自动解析 + RAG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管理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/ System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角色绑定 / 工具选择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移动端适配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动画效果 / 交互优化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开发时间线与关键Bug修复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#1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拼写错误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api.ts 拼写为 Authoriation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修正为 Authorization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#2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FormData Content-Type 问题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874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手动设置 Content-Type 导致 boundary 丢失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FormData 不手动设置 Content-Type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#3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model_id 空字符串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未选模型时传空字符串致 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空字符串转为 None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29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#4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文件内容未随消息发送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429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file_ids 类型不匹配 + user_id 过滤错误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修正类型和过滤条件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#5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getMe 时序问题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登录后调用 getMe 时序不对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登录接口直接返回 user 信息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单元测试体系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>
              <a:gd name="adj" fmla="val 44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测试框架与工具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pytest + pytest-asyncio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pytest-cov（覆盖率报告）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httpx（异步HTTP测试）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SQLite 内存数据库（测试隔离）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>
              <a:gd name="adj" fmla="val 44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测试文件结构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tests/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</a:rPr>
              <a:t>  conftest.py  — 公共 fixtures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</a:rPr>
              <a:t>  core/test_security.py  — 安全模块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</a:rPr>
              <a:t>  api/test_auth.py  — 认证接口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</a:rPr>
              <a:t>  api/test_config.py  — 模型配置接口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</a:rPr>
              <a:t>  api/test_agents.py  — Agent接口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密码安全测试 (4项)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密码哈希验证 ($2b$格式)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密码验证成功/失败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相同密码不同哈希（随机盐）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01752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测试 (3项)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创建与格式验证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带过期时间创建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解码成功/失败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 测试 (2项)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刷新 Token 创建与验证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刷新 Token 寿命 &gt; Access Token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4023360"/>
            <a:ext cx="54864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接口测试 (15+项)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注册/登录/Token刷新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 CRUD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权限验证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测试覆盖率报告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200400" cy="2286000"/>
          </a:xfrm>
          <a:prstGeom prst="rect">
            <a:avLst>
              <a:gd name="adj" fmla="val 400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当前代码覆盖率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目标：80%+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097280"/>
            <a:ext cx="475488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覆盖率配置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报告格式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 + HTML + XML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term-missing / htmlcov / coverage.xml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最低阈值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55%（当前）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pyproject.toml: --cov-fail-under=55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测试来源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468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 目录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排除 tests/、venv/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排除行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880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 / repr / main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标准覆盖率排除规则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ect">
            <a:avLst>
              <a:gd name="adj" fmla="val 461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--cov=app 输出示例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tests/core/test_security.py 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[100%]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 coverage: platform darwin ----------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Stmts   Miss  Cover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app/core/security.py       42      5   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日志系统设计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控制台输出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级别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实时查看运行状态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关键操作日志输出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27432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文件输出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级别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按日期命名文件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logs/app_YYYYMMDD.log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7432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级别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uvicorn.access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httpx 静默处理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457200"/>
          </a:xfrm>
          <a:prstGeom prst="rect">
            <a:avLst>
              <a:gd name="adj" fmla="val 12000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日志格式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2971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2026-06-15 11:30:00 - app.services.chat_service - INFO - [ChatService] 加载文件: report.pdf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日志辅助函数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log_request(request, status)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log_error(error_msg, exc_info)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log_debug(debug_msg)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log_warning(warning_msg)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931920" cy="128016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业务日志示例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[Chat] Agent: 代码助手, prompt: 你是...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[ChatService] 检测到 2 个文件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[FileAPI] 文件上传成功: report.pdf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[ChatService] 文件内容: 3200 字符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部署架构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Alpine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静态文件服务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代理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服务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143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Alpine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:6379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 / 会话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异步任务队列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444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部署信息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服务器：8.137.103.202 (腾讯云 ECS)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项目路径：/var/www/ai-chat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部署方式：Docker Compose + git pull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</a:rPr>
              <a:t>健康检查：GET /health → {"status":"ok","version":"1.0.0"}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 未来规划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功能增强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更多文件格式 / RAG 检索增强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多模态输入 / 对话分享 / 插件系统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测试完善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覆盖率提升至 80%+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 f-string 语法错误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测试框架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消息分页加载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文件解析速度优化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缓存策略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限流 / 输入验证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敏感信息脱敏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AI Chat Platform - 项目文档 v3.0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GitHub: github.com/wesleycheng/ai-chat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Live: http://8.137.103.202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Chat Platform - 项目文档（含测试与日志）</dc:title>
  <dc:subject>PptxGenJS Presentation</dc:subject>
  <dc:creator>Wesley Cheng</dc:creator>
  <cp:lastModifiedBy>Wesley Cheng</cp:lastModifiedBy>
  <cp:revision>1</cp:revision>
  <dcterms:created xsi:type="dcterms:W3CDTF">2026-06-15T04:37:09Z</dcterms:created>
  <dcterms:modified xsi:type="dcterms:W3CDTF">2026-06-15T04:37:09Z</dcterms:modified>
</cp:coreProperties>
</file>