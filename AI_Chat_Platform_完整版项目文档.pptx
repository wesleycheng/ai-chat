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4F8F"/>
                </a:solidFill>
              </a:defRPr>
            </a:pPr>
            <a:r>
              <a:t>AI Chat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Enterprise Multi-Modal AI Chat Platform</a:t>
            </a:r>
          </a:p>
          <a:p>
            <a:r>
              <a:t>项目开发与技术文档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F293B"/>
                </a:solidFill>
              </a:defRPr>
            </a:pPr>
            <a:r>
              <a:t>Prepared by: Wesley Cheng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F293B"/>
                </a:solidFill>
              </a:defRPr>
            </a:pPr>
            <a:r>
              <a:t>Date: May 30,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F5931E"/>
                </a:solidFill>
              </a:defRPr>
            </a:pPr>
            <a:r>
              <a:t>Version: v2.0 (Complete Edition)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📊 项目信息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项目名称: AI Chat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开发周期: 2026-05-27 ~ 2026-05-30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总提交次数: 28 commits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代码规模: 前端~15K行 / 后端~8K行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生产环境: http://8.137.103.202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GitHub: github.com/wesleycheng/ai-chat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09728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✨ 核心特性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1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多模型支持 (DeepSeek/OpenAI/Anthropic/Ollama)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659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智能文件解析 (PDF/DOCX/XLSX/TXT/MD)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8600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Agent管理系统 (自定义Prompt与工具)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6060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流式对话 (SSE实时输出)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260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响应式设计 (桌面端+移动端)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2461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安全认证 (JWT + bcrypt)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技术亮点: 前后端分离 | Docker容器化 | RAG检索增强 | 异步任务队列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GitHub仓库: https://github.com/wesleycheng/ai-chat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系统架构设计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743200" cy="548640"/>
          </a:xfrm>
          <a:prstGeom prst="roundRect">
            <a:avLst/>
          </a:prstGeom>
          <a:solidFill>
            <a:srgbClr val="1F4F8F"/>
          </a:solidFill>
          <a:ln w="25400">
            <a:solidFill>
              <a:srgbClr val="1F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用户层 (Web Browser)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645920"/>
            <a:ext cx="0" cy="365760"/>
          </a:xfrm>
          <a:prstGeom prst="line">
            <a:avLst/>
          </a:prstGeom>
          <a:ln w="25400">
            <a:solidFill>
              <a:srgbClr val="1F4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2011680"/>
            <a:ext cx="4572000" cy="54864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前端层 (React + TypeScript)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560320"/>
            <a:ext cx="0" cy="3657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2926080"/>
            <a:ext cx="4572000" cy="54864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后端层 (FastAPI + Uvicorn)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474720"/>
            <a:ext cx="0" cy="3657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3840480"/>
            <a:ext cx="45720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数据层 (PostgreSQL + Redis + ChromaDB)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前后端分离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01168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Docker容器化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65176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异步任务(arq)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91839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向量检索(ChromaDB)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93192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流式输出(SSE)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1F293B"/>
                </a:solidFill>
              </a:defRPr>
            </a:pPr>
            <a:r>
              <a:t>架构特点: 前后端分离 | RESTful API | SSE流式传输 | 容器化部署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前端技术栈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19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React 18.3 + TypeScript 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7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Vite 5.4 (构建工具)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5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Tailwind CSS 3.4 (样式)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374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Zustand 4.5 (状态管理)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16351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@tanstack/react-query 5.56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59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React Router DOM 6.26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01567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Axios 1.7 (HTTP客户端)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94175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react-markdown 9.0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8678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lucide-react 0.400 (图标)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097280"/>
            <a:ext cx="39319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后端技术栈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645919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FastAPI 0.115 +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938527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SQLAlchemy 2.0 + Alembic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231135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asyncpg 0.30 + psycopg2-binary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523743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python-jose 3.3 + passlib 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816351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LangChain 0.3 + LangGraph 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108959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ChromaDB 0.5 (向量数据库)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401567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arq 0.24 + Redis 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694175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PyMuPDF 1.25 + python-docx 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用户认证模块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JWT Token认证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用户注册/登录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密码bcrypt加密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Token刷新机制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06039" y="15087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模型配置模块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79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多模型支持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CRUD管理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API Key加密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默认模型设置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51959" y="1508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对话管理模块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SSE流式输出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上下文管理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Agent选择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多轮对话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97880" y="15087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文件管理模块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多格式支持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异步上传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自动解析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RAG集成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3800" y="1508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Agent管理模块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自定义Prompt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工具配置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CRUD管理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模型关联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开发过程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1</a:t>
            </a:r>
          </a:p>
          <a:p>
            <a:r>
              <a:t>05-27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1645920"/>
            <a:ext cx="128016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项目初始化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Git仓库搭建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Docker环境配置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前后端骨架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2</a:t>
            </a:r>
          </a:p>
          <a:p>
            <a:r>
              <a:t>05-28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1645920"/>
            <a:ext cx="128016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用户认证系统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模型配置CRUD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SSE流式输出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ECS部署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3</a:t>
            </a:r>
          </a:p>
          <a:p>
            <a:r>
              <a:t>05-29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59" y="1645920"/>
            <a:ext cx="1280161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Agent管理页面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文件上传功能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Agent对话集成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响应式优化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4</a:t>
            </a:r>
          </a:p>
          <a:p>
            <a:r>
              <a:t>05-30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默认模型编辑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输入优化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加载动画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文档生成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提交日志统计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8288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✨ feat: 15次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097280"/>
            <a:ext cx="182880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🐛 fix: 12次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97280"/>
            <a:ext cx="182880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📝 docs: 1次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59" y="1097280"/>
            <a:ext cx="1828800" cy="548640"/>
          </a:xfrm>
          <a:prstGeom prst="round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🔧 chore: 0次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Commit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28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描述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907c52b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945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1945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945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设置页面支持编辑默认模型和启用状态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b23c987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5146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5146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514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修复文件上传问题，修复认证头拼写错误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39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3463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eedd3dd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83463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83463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83463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优化所有页面响应式设计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5467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adcb7fb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15467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15467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15467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响应式UI优化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c6a6c10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474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4747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4747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修复文件上传问题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94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19dba34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794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3794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7947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修复文件内容获取问题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14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fbf714c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114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4114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114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优化文件上传流程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434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29ec3ab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44348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443484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4348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聊天支持上传文件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754879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75487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0b76cfd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75487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475487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75487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聊天页面支持选择Agent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074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9e72e15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5074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5074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5074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修复创建Agent时空字符串错误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重大Bug修复记录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#1: Authorization拼写错误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前端api.ts中Authorization拼写为Authoriation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修正拼写错误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80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b23c987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#2: 文件上传失败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手动设置Content-Type导致boundary缺失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删除手动Content-Type设置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688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c6a6c10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#3: Agent创建500错误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空字符串''导致数据库外键约束报错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将空字符串转为None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576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9e72e15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#4: 文件内容未随消息发送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file_ids类型不匹配，查询条件错误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转换file_ids为UUID列表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463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19dba34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部署架构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(Nginx Alpine)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286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r>
              <a:t>(Python 3.12)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2860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r>
              <a:t>(16-alpine)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22860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Redis</a:t>
            </a:r>
          </a:p>
          <a:p>
            <a:r>
              <a:t>(7-alpine)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22860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ChromaDB</a:t>
            </a:r>
          </a:p>
          <a:p>
            <a:r>
              <a:t>(latest)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86000"/>
            <a:ext cx="2286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arq-worker</a:t>
            </a:r>
          </a:p>
          <a:p>
            <a:r>
              <a:t>(异步任务)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31E"/>
                </a:solidFill>
              </a:defRPr>
            </a:pPr>
            <a:r>
              <a:t>环境变量配置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DATABASE_URL - 数据库连接字符串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7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REDIS_URL - Redis连接字符串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1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CHROMA_HOST - ChromaDB主机地址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3795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SECRET_KEY - JWT密钥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85799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GitHub仓库: https://github.com/wesleycheng/ai-chat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API接口概览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📡 接口统计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总接口数: 27个 | 需要认证: 25个 | 无需认证: 2个（注册、登录） | 基础URL: http://8.137.103.202/api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463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认证模块 (4个)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POST /auth/register - 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POST /auth/login - 登录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POST /auth/refresh - 刷新Token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0624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 /auth/me - 获取当前用户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2286000"/>
            <a:ext cx="1463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23774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对话模块 (6个)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269748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GET/POST /conversations - 列表/创建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32004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GET/DELETE /conversations/{id} - 详情/删除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370332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 /conversations/{id}/messages - 消息历史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79" y="420624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POST /conversations/{id}/chat - 发送消息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2286000"/>
            <a:ext cx="1463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79" y="23774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文件模块 (4个)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69748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POST /files/upload - 上传文件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2004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 /files - 文件列表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370332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 /files/{id} - 文件详情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20624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DELETE /files/{id} - 删除文件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2286000"/>
            <a:ext cx="1463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23774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配置模块 (5个)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269748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GET/POST /config/models - 列表/创建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32004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PUT/DELETE /config/models/{id} - 更新/删除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70332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POST /config/models/{id}/test - 测试模型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2286000"/>
            <a:ext cx="146304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0" y="2377440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Agent模块 (6个)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69748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GET/POST /agents - 列表/创建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20040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GET/PUT/DELETE /agents/{id} - 详情/更新/删除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703320"/>
            <a:ext cx="1188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333333"/>
                </a:solidFill>
              </a:defRPr>
            </a:pPr>
            <a:r>
              <a:t>POST /agents/{id}/test - 测试Agent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核心API详解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📨 POST /conversations/{id}/chat - 发送消息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功能: 发送消息并获取AI回复（支持SSE流式输出）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请求体: {content: string, model_id: string, file_ids: string[], stream: boolean}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响应: SSE流 (data: {content: chunk}) 或 JSON {content: full_reply}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说明: 自动保存用户消息和AI回复，支持文件结合对话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8229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📎 POST /files/upload - 上传文件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功能: 上传文件并立即解析内容（支持PDF/DOCX/XLSX/TXT/MD/JPG/PNG）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118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请求: multipart/form-data (file字段)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限制: 文件大小≤10MB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5195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响应: {id, filename, file_ext, content_text, parse_status}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8229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31E"/>
                </a:solidFill>
              </a:defRPr>
            </a:pPr>
            <a:r>
              <a:t>⚙️ POST /config/models - 创建模型配置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5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功能: 创建新的AI模型配置（API Key会加密存储）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79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请求体: {name, provider, api_base, api_key, model_name, is_default}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3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说明: is_default=true时会自动取消其他模型的默认状态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7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安全: API Key使用AES-256加密，返回时自动脱敏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代码仓库信息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📦 GitHub仓库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仓库地址: &lt;ADDRESS_REMOVED&gt; &lt;EMAIL_REMOVED&gt;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克隆方式: git clone git@github.com:wesleycheng/ai-chat.git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生产环境: http://8.137.103.202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在线API文档: http://8.137.103.202/api/docs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41148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📂 项目结构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ai-chat/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├── frontend/  (React + TypeScript)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├── backend/   (FastAPI)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├── nginx/     (Nginx配置)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7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├── docker-compose.yml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1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├── deploy-ecs.sh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5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└── PROJECT_DOCUMENTATION.md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2926080"/>
            <a:ext cx="393192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0632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🔧 开发环境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4747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前置要求: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7947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Python 3.12+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11480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Node.js 20+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4348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Docker Desktop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75487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Git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07491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5029200" y="539495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快速启动: docker compose up -d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部署指南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🚀 ECS生产环境部署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服务器: 8.137.103.202 (Ubuntu 22.04 LTS)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部署步骤: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1. SSH登录: ssh root@8.137.103.202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2. 进入目录: cd /var/www/ai-chat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3. 拉取代码: git pull origin main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4. 执行部署: bash deploy-ecs.sh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5. 检查状态: docker compose 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411480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🐳 Docker服务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frontend  - Nginx Alpine (前端)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7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backend   - Python 3.12 (后端)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1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postgres  - PostgreSQL 16 (数据库)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0915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redis     - Redis 7 (缓存)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19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chromadb  - ChromaDB (向量数据库)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4923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arq-worker - 异步任务队列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200400"/>
            <a:ext cx="39319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3375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31E"/>
                </a:solidFill>
              </a:defRPr>
            </a:pPr>
            <a:r>
              <a:t>🔐 环境变量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4903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DATABASE_URL  - 数据库连接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06907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REDIS_URL     - Redis连接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8911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SECRET_KEY    - JWT密钥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470915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CHROMA_HOST   - ChromaDB地址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02919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UPLOAD_DIR    - 文件上传目录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34923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CORS_ORIGINS  - 跨域配置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使用指南 &amp; 未来规划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📖 快速开始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1. 访问 http://8.137.103.202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2. 注册账号并登录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3. 配置模型（设置-&gt;添加模型）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4. 开始对话（选择模型/Agent）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5. 上传文件进行RAG对话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详细文档: 见PROJECT_DOCUMENTATION.md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09728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🚀 未来规划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4591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功能增强: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9659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支持更多文件类型(PPT/MP4)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实现RAG检索增强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060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多模态输入(图片/语音)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9260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性能优化: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461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消息分页加载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5661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文件解析速度优化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8620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安全加固: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062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API限流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52627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审计日志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项目已部署生产环境，欢迎测试与使用！GitHub: https://github.com/wesleycheng/ai-chat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CCCCC"/>
                </a:solidFill>
              </a:defRPr>
            </a:pPr>
            <a:r>
              <a:t>AI Chat Platform - Enterprise Multi-Modal AI Chat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CCCCC"/>
                </a:solidFill>
              </a:defRPr>
            </a:pPr>
            <a:r>
              <a:t>Developer: Wesley Cheng</a:t>
            </a:r>
          </a:p>
          <a:p>
            <a:r>
              <a:t>GitHub: https://github.com/wesleycheng</a:t>
            </a:r>
          </a:p>
          <a:p>
            <a:r>
              <a:t>Email: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