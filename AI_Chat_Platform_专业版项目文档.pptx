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F4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1F4F8F"/>
                </a:solidFill>
              </a:defRPr>
            </a:pPr>
            <a:r>
              <a:t>AI Chat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4748B"/>
                </a:solidFill>
              </a:defRPr>
            </a:pPr>
            <a:r>
              <a:t>Enterprise Multi-Modal AI Chat Platform</a:t>
            </a:r>
          </a:p>
          <a:p>
            <a:r>
              <a:t>项目开发与技术文档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62179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1F293B"/>
                </a:solidFill>
              </a:defRPr>
            </a:pPr>
            <a:r>
              <a:t>Prepared by: Wesley Cheng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649224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1F293B"/>
                </a:solidFill>
              </a:defRPr>
            </a:pPr>
            <a:r>
              <a:t>Date: May 30,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项目概述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411480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39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B82F6"/>
                </a:solidFill>
              </a:defRPr>
            </a:pPr>
            <a:r>
              <a:t>📊 项目信息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19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项目名称: AI Chat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开发周期: 2026-05-27 ~ 2026-05-30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总提交次数: 28 commits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代码规模: 前端~15K行 / 后端~8K行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26080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生产环境: http://8.137.103.202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1097280"/>
            <a:ext cx="393192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0" y="1234439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✨ 核心特性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1645919"/>
            <a:ext cx="3383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✓ 多模型支持 (DeepSeek/OpenAI/Anthropic/Ollama)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1965960"/>
            <a:ext cx="3383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✓ 智能文件解析 (PDF/DOCX/XLSX/TXT/MD)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286000"/>
            <a:ext cx="3383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✓ Agent管理系统 (自定义Prompt与工具)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606040"/>
            <a:ext cx="3383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✓ 流式对话 (SSE实时输出)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2926080"/>
            <a:ext cx="3383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✓ 响应式设计 (桌面端+移动端)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3246120"/>
            <a:ext cx="3383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✓ 安全认证 (JWT + bcrypt)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solidFill>
            <a:srgbClr val="F59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20624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技术亮点: 前后端分离 | Docker容器化 | RAG检索增强 | 异步任务队列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系统架构设计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1097280"/>
            <a:ext cx="2743200" cy="548640"/>
          </a:xfrm>
          <a:prstGeom prst="roundRect">
            <a:avLst/>
          </a:prstGeom>
          <a:solidFill>
            <a:srgbClr val="1F4F8F"/>
          </a:solidFill>
          <a:ln w="25400">
            <a:solidFill>
              <a:srgbClr val="1F4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用户层 (Web Browser)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0" y="1645920"/>
            <a:ext cx="0" cy="365760"/>
          </a:xfrm>
          <a:prstGeom prst="line">
            <a:avLst/>
          </a:prstGeom>
          <a:ln w="25400">
            <a:solidFill>
              <a:srgbClr val="1F4F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286000" y="2011680"/>
            <a:ext cx="4572000" cy="548640"/>
          </a:xfrm>
          <a:prstGeom prst="roundRect">
            <a:avLst/>
          </a:prstGeom>
          <a:solidFill>
            <a:srgbClr val="3B82F6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前端层 (React + TypeScript)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0" y="2560320"/>
            <a:ext cx="0" cy="36576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286000" y="2926080"/>
            <a:ext cx="4572000" cy="548640"/>
          </a:xfrm>
          <a:prstGeom prst="roundRect">
            <a:avLst/>
          </a:prstGeom>
          <a:solidFill>
            <a:srgbClr val="3B82F6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后端层 (FastAPI + Uvicorn)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0" y="3474720"/>
            <a:ext cx="0" cy="36576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286000" y="3840480"/>
            <a:ext cx="4572000" cy="548640"/>
          </a:xfrm>
          <a:prstGeom prst="roundRect">
            <a:avLst/>
          </a:prstGeom>
          <a:solidFill>
            <a:srgbClr val="10B981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数据层 (PostgreSQL + Redis + ChromaDB)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1371600"/>
            <a:ext cx="164592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前后端分离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2011680"/>
            <a:ext cx="164592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Docker容器化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2651760"/>
            <a:ext cx="164592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异步任务(arq)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0" y="3291839"/>
            <a:ext cx="164592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向量检索(ChromaDB)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0" y="3931920"/>
            <a:ext cx="164592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流式输出(SSE)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技术栈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4114800" cy="4572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39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B82F6"/>
                </a:solidFill>
              </a:defRPr>
            </a:pPr>
            <a:r>
              <a:t>前端技术栈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45919"/>
            <a:ext cx="3657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• React 18.3 + TypeScript 5.5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38527"/>
            <a:ext cx="3657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• Vite 5.4 (构建工具)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31135"/>
            <a:ext cx="3657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• Tailwind CSS 3.4 (样式)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523743"/>
            <a:ext cx="3657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• Zustand 4.5 (状态管理)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816351"/>
            <a:ext cx="3657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• @tanstack/react-query 5.56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108959"/>
            <a:ext cx="3657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• React Router DOM 6.26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401567"/>
            <a:ext cx="3657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• Axios 1.7 (HTTP客户端)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694175"/>
            <a:ext cx="3657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• react-markdown 9.0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986783"/>
            <a:ext cx="3657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• lucide-react 0.400 (图标)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1097280"/>
            <a:ext cx="3931920" cy="4572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0" y="1234439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后端技术栈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1645919"/>
            <a:ext cx="3474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• FastAPI 0.115 + Uvicorn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3480" y="1938527"/>
            <a:ext cx="3474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• SQLAlchemy 2.0 + Alembic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3480" y="2231135"/>
            <a:ext cx="3474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• asyncpg 0.30 + psycopg2-binary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80" y="2523743"/>
            <a:ext cx="3474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• python-jose 3.3 + passlib 1.7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80" y="2816351"/>
            <a:ext cx="3474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• LangChain 0.3 + LangGraph 0.2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83480" y="3108959"/>
            <a:ext cx="3474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• ChromaDB 0.5 (向量数据库)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3480" y="3401567"/>
            <a:ext cx="3474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• arq 0.24 + Redis 5.2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3480" y="3694175"/>
            <a:ext cx="3474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333333"/>
                </a:solidFill>
              </a:defRPr>
            </a:pPr>
            <a:r>
              <a:t>• PyMuPDF 1.25 + python-docx 1.1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功能模块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46304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" y="1508760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5740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3B82F6"/>
                </a:solidFill>
              </a:defRPr>
            </a:pPr>
            <a:r>
              <a:t>用户认证模块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23160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✓ JWT Token认证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679191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✓ 用户注册/登录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935224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✓ 密码bcrypt加密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191256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✓ Token刷新机制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03120" y="1371600"/>
            <a:ext cx="146304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606039" y="150876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205740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模型配置模块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79" y="2423160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✓ 多模型支持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79" y="2679191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✓ CRUD管理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79" y="2935224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✓ API Key加密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0279" y="3191256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✓ 默认模型设置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49039" y="1371600"/>
            <a:ext cx="146304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251959" y="1508760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79" y="205740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3B82F6"/>
                </a:solidFill>
              </a:defRPr>
            </a:pPr>
            <a:r>
              <a:t>对话管理模块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0" y="2423160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✓ SSE流式输出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86200" y="2679191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✓ 上下文管理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86200" y="2935224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✓ Agent选择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86200" y="3191256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✓ 多轮对话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94960" y="1371600"/>
            <a:ext cx="146304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897880" y="150876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205740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文件管理模块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2423160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✓ 多格式支持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32120" y="2679191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✓ 异步上传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32120" y="2935224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✓ 自动解析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32120" y="3191256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✓ RAG集成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040880" y="1371600"/>
            <a:ext cx="146304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543800" y="1508760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2057400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3B82F6"/>
                </a:solidFill>
              </a:defRPr>
            </a:pPr>
            <a:r>
              <a:t>Agent管理模块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78040" y="2423160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✓ 自定义Prompt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78040" y="2679191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✓ 工具配置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78040" y="2935224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✓ CRUD管理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78040" y="3191256"/>
            <a:ext cx="1188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✓ 模型关联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开发过程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37160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Day 1</a:t>
            </a:r>
          </a:p>
          <a:p>
            <a:r>
              <a:t>05-27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280160" y="1645920"/>
            <a:ext cx="1280160" cy="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21031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✅ 项目初始化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2316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✅ Git仓库搭建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4320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✅ Docker环境配置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6324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✅ 前后端骨架</a:t>
            </a:r>
          </a:p>
        </p:txBody>
      </p:sp>
      <p:sp>
        <p:nvSpPr>
          <p:cNvPr id="11" name="Oval 10"/>
          <p:cNvSpPr/>
          <p:nvPr/>
        </p:nvSpPr>
        <p:spPr>
          <a:xfrm>
            <a:off x="2560320" y="137160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39" y="137160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Day 2</a:t>
            </a:r>
          </a:p>
          <a:p>
            <a:r>
              <a:t>05-28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108960" y="1645920"/>
            <a:ext cx="1280160" cy="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286000" y="21031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✅ 用户认证系统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242316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✅ 模型配置CRUD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274320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✅ SSE流式输出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306324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✅ ECS部署</a:t>
            </a:r>
          </a:p>
        </p:txBody>
      </p:sp>
      <p:sp>
        <p:nvSpPr>
          <p:cNvPr id="18" name="Oval 17"/>
          <p:cNvSpPr/>
          <p:nvPr/>
        </p:nvSpPr>
        <p:spPr>
          <a:xfrm>
            <a:off x="4389120" y="137160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06240" y="137160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Day 3</a:t>
            </a:r>
          </a:p>
          <a:p>
            <a:r>
              <a:t>05-29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937759" y="1645920"/>
            <a:ext cx="1280161" cy="0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114800" y="21031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✅ Agent管理页面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242316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✅ 文件上传功能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274320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✅ Agent对话集成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306324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✅ 响应式优化</a:t>
            </a:r>
          </a:p>
        </p:txBody>
      </p:sp>
      <p:sp>
        <p:nvSpPr>
          <p:cNvPr id="25" name="Oval 24"/>
          <p:cNvSpPr/>
          <p:nvPr/>
        </p:nvSpPr>
        <p:spPr>
          <a:xfrm>
            <a:off x="6217920" y="137160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0" y="1371600"/>
            <a:ext cx="914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Day 4</a:t>
            </a:r>
          </a:p>
          <a:p>
            <a:r>
              <a:t>05-30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21031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✅ 默认模型编辑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242316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✅ 输入优化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274320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✅ 加载动画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306324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✅ 文档生成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提交日志统计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1828800" cy="5486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✨ feat: 15次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60320" y="1097280"/>
            <a:ext cx="1828800" cy="54864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🐛 fix: 12次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1097280"/>
            <a:ext cx="1828800" cy="5486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📝 docs: 1次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59" y="1097280"/>
            <a:ext cx="1828800" cy="548640"/>
          </a:xfrm>
          <a:prstGeom prst="roundRect">
            <a:avLst/>
          </a:prstGeom>
          <a:solidFill>
            <a:srgbClr val="F59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🔧 chore: 0次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828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Commit Hash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828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日期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828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类型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182880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描述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194560"/>
            <a:ext cx="8229600" cy="3200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1945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907c52b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1945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2026-05-30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219456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10B981"/>
                </a:solidFill>
              </a:defRPr>
            </a:pPr>
            <a:r>
              <a:t>feat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19456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设置页面支持编辑默认模型和启用状态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5146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b23c987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25146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2026-05-29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25146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EF4444"/>
                </a:solidFill>
              </a:defRPr>
            </a:pPr>
            <a:r>
              <a:t>fix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251460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修复文件上传问题，修复认证头拼写错误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834639"/>
            <a:ext cx="8229600" cy="3200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2834639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eedd3dd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2834639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2026-05-29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2834639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10B981"/>
                </a:solidFill>
              </a:defRPr>
            </a:pPr>
            <a:r>
              <a:t>feat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0" y="2834639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优化所有页面响应式设计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154679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adcb7fb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3154679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2026-05-29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0" y="3154679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10B981"/>
                </a:solidFill>
              </a:defRPr>
            </a:pPr>
            <a:r>
              <a:t>feat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3154679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响应式UI优化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474720"/>
            <a:ext cx="8229600" cy="3200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34747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c6a6c10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800" y="34747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2026-05-29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60320" y="34747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EF4444"/>
                </a:solidFill>
              </a:defRPr>
            </a:pPr>
            <a:r>
              <a:t>fix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91840" y="34747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修复文件上传问题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7947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19dba34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28800" y="37947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2026-05-29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60320" y="379476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EF4444"/>
                </a:solidFill>
              </a:defRPr>
            </a:pPr>
            <a:r>
              <a:t>fix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91840" y="379476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修复文件内容获取问题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411480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fbf714c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28800" y="411480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2026-05-29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60320" y="411480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EF4444"/>
                </a:solidFill>
              </a:defRPr>
            </a:pPr>
            <a:r>
              <a:t>fix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91840" y="411480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优化文件上传流程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4348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29ec3ab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443484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2026-05-29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560320" y="443484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10B981"/>
                </a:solidFill>
              </a:defRPr>
            </a:pPr>
            <a:r>
              <a:t>feat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91840" y="443484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聊天支持上传文件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4754879"/>
            <a:ext cx="8229600" cy="3200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4754879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0b76cfd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4754879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2026-05-29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560320" y="4754879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10B981"/>
                </a:solidFill>
              </a:defRPr>
            </a:pPr>
            <a:r>
              <a:t>feat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91840" y="4754879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聊天页面支持选择Agent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507492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9e72e15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828800" y="50749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2026-05-29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560320" y="507492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EF4444"/>
                </a:solidFill>
              </a:defRPr>
            </a:pPr>
            <a:r>
              <a:t>fix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291840" y="507492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33333"/>
                </a:solidFill>
              </a:defRPr>
            </a:pPr>
            <a:r>
              <a:t>修复创建Agent时空字符串错误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重大Bug修复记录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822960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3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31E"/>
                </a:solidFill>
              </a:defRPr>
            </a:pPr>
            <a:r>
              <a:t>Bug #1: Authorization拼写错误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7863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EF4444"/>
                </a:solidFill>
              </a:defRPr>
            </a:pPr>
            <a:r>
              <a:t>问题: 前端api.ts中Authorization拼写为Authoriation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47088"/>
            <a:ext cx="7863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0B981"/>
                </a:solidFill>
              </a:defRPr>
            </a:pPr>
            <a:r>
              <a:t>解决: 修正拼写错误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28016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280"/>
                </a:solidFill>
              </a:defRPr>
            </a:pPr>
            <a:r>
              <a:t>commit: b23c987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377440"/>
            <a:ext cx="822960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3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4688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31E"/>
                </a:solidFill>
              </a:defRPr>
            </a:pPr>
            <a:r>
              <a:t>Bug #2: 文件上传失败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88920"/>
            <a:ext cx="7863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EF4444"/>
                </a:solidFill>
              </a:defRPr>
            </a:pPr>
            <a:r>
              <a:t>问题: 手动设置Content-Type导致boundary缺失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35808"/>
            <a:ext cx="7863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0B981"/>
                </a:solidFill>
              </a:defRPr>
            </a:pPr>
            <a:r>
              <a:t>解决: 删除手动Content-Type设置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4688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280"/>
                </a:solidFill>
              </a:defRPr>
            </a:pPr>
            <a:r>
              <a:t>commit: c6a6c10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566160"/>
            <a:ext cx="822960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3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65760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31E"/>
                </a:solidFill>
              </a:defRPr>
            </a:pPr>
            <a:r>
              <a:t>Bug #3: Agent创建500错误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977640"/>
            <a:ext cx="7863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EF4444"/>
                </a:solidFill>
              </a:defRPr>
            </a:pPr>
            <a:r>
              <a:t>问题: 空字符串''导致数据库外键约束报错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224528"/>
            <a:ext cx="7863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0B981"/>
                </a:solidFill>
              </a:defRPr>
            </a:pPr>
            <a:r>
              <a:t>解决: 将空字符串转为None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365760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280"/>
                </a:solidFill>
              </a:defRPr>
            </a:pPr>
            <a:r>
              <a:t>commit: 9e72e15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754880"/>
            <a:ext cx="822960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3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8463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31E"/>
                </a:solidFill>
              </a:defRPr>
            </a:pPr>
            <a:r>
              <a:t>Bug #4: 文件内容未随消息发送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166360"/>
            <a:ext cx="7863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EF4444"/>
                </a:solidFill>
              </a:defRPr>
            </a:pPr>
            <a:r>
              <a:t>问题: file_ids类型不匹配，查询条件错误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413248"/>
            <a:ext cx="7863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0B981"/>
                </a:solidFill>
              </a:defRPr>
            </a:pPr>
            <a:r>
              <a:t>解决: 转换file_ids为UUID列表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484632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280"/>
                </a:solidFill>
              </a:defRPr>
            </a:pPr>
            <a:r>
              <a:t>commit: 19dba34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部署架构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286000" cy="7315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Frontend</a:t>
            </a:r>
          </a:p>
          <a:p>
            <a:r>
              <a:t>(Nginx Alpine)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86000"/>
            <a:ext cx="2286000" cy="7315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Backend</a:t>
            </a:r>
          </a:p>
          <a:p>
            <a:r>
              <a:t>(Python 3.12)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1371600"/>
            <a:ext cx="2286000" cy="7315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PostgreSQL</a:t>
            </a:r>
          </a:p>
          <a:p>
            <a:r>
              <a:t>(16-alpine)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2286000"/>
            <a:ext cx="2286000" cy="7315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Redis</a:t>
            </a:r>
          </a:p>
          <a:p>
            <a:r>
              <a:t>(7-alpine)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1371600"/>
            <a:ext cx="2286000" cy="7315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ChromaDB</a:t>
            </a:r>
          </a:p>
          <a:p>
            <a:r>
              <a:t>(latest)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2286000"/>
            <a:ext cx="2286000" cy="7315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arq-worker</a:t>
            </a:r>
          </a:p>
          <a:p>
            <a:r>
              <a:t>(异步任务)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029200"/>
            <a:ext cx="822960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3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16636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931E"/>
                </a:solidFill>
              </a:defRPr>
            </a:pPr>
            <a:r>
              <a:t>环境变量配置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577840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DATABASE_URL - 数据库连接字符串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897879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REDIS_URL - Redis连接字符串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217919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CHROMA_HOST - ChromaDB主机地址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537959"/>
            <a:ext cx="7680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SECRET_KEY - JWT密钥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F4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使用指南 &amp; 未来规划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411480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39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B82F6"/>
                </a:solidFill>
              </a:defRPr>
            </a:pPr>
            <a:r>
              <a:t>快速开始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19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1. 访问 http://8.137.103.202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2. 注册账号并登录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3. 配置模型（设置-&gt;添加模型）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4. 开始对话（选择模型/Agent）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26080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5. 上传文件进行RAG对话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1097280"/>
            <a:ext cx="393192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0" y="1234439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未来规划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1645919"/>
            <a:ext cx="3383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功能增强: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1965960"/>
            <a:ext cx="3383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  • 支持更多文件类型(PPT/MP4)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286000"/>
            <a:ext cx="3383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  • 实现RAG检索增强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606040"/>
            <a:ext cx="3383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  • 多模态输入(图片/语音)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2926080"/>
            <a:ext cx="3383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性能优化: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3246120"/>
            <a:ext cx="3383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  • 消息分页加载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3566160"/>
            <a:ext cx="33832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  • 文件解析速度优化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solidFill>
            <a:srgbClr val="F59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20624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项目已部署生产环境，欢迎测试与使用！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