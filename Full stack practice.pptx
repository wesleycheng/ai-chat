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F8F"/>
                </a:solidFill>
              </a:defRPr>
            </a:pPr>
            <a:r>
              <a:t>AI Chat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Enterprise Multi-Modal AI Chat Platform</a:t>
            </a:r>
          </a:p>
          <a:p>
            <a:r>
              <a:t>项目开发与技术文档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943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293B"/>
                </a:solidFill>
              </a:defRPr>
            </a:pPr>
            <a:r>
              <a:t>Prepared by: Wesley Cheng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293B"/>
                </a:solidFill>
              </a:defRPr>
            </a:pPr>
            <a:r>
              <a:t>Date: May 30,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5931E"/>
                </a:solidFill>
              </a:defRPr>
            </a:pPr>
            <a:r>
              <a:t>Version: v2.0 (Optimized)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📊 项目信息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项目名称: AI Chat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开发周期: 2026-05-27 ~ 2026-05-30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5681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总提交次数: 28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代码规模: 前端~15K行 / 后端~8K行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生产环境: 8.137.103.202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39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GitHub: wesleycheng/ai-chat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914400"/>
            <a:ext cx="39319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✨ 核心特性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37160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多模型支持 (DeepSeek/OpenAI/Anthropic)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66420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智能文件解析 (PDF/DOCX/XLSX)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5681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Agent管理系统 (自定义Prompt)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4942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流式对话 (SSE实时输出)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54203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响应式设计 (桌面端+移动端)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34639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✓ 安全认证 (JWT + bcrypt)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20439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技术亮点: 前后端分离 | Docker容器化 | RAG检索增强 | 异步任务队列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GitHub: https://github.com/wesleycheng/ai-chat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914400"/>
            <a:ext cx="2743200" cy="457200"/>
          </a:xfrm>
          <a:prstGeom prst="roundRect">
            <a:avLst/>
          </a:prstGeom>
          <a:solidFill>
            <a:srgbClr val="1F4F8F"/>
          </a:solidFill>
          <a:ln w="19050">
            <a:solidFill>
              <a:srgbClr val="1F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用户层 (Browser)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371600"/>
            <a:ext cx="0" cy="365760"/>
          </a:xfrm>
          <a:prstGeom prst="line">
            <a:avLst/>
          </a:prstGeom>
          <a:ln w="19050">
            <a:solidFill>
              <a:srgbClr val="1F4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1737360"/>
            <a:ext cx="4572000" cy="45720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前端层 (React+TypeScript)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194560"/>
            <a:ext cx="0" cy="36576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560320"/>
            <a:ext cx="4572000" cy="45720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后端层 (FastAPI+Uvicorn)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017520"/>
            <a:ext cx="0" cy="36576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3383280"/>
            <a:ext cx="5486400" cy="45720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数据层 (PostgreSQL+Redis+ChromaDB)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188720"/>
            <a:ext cx="14630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前后端分离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737360"/>
            <a:ext cx="14630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Docker容器化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286000"/>
            <a:ext cx="14630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异步任务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834639"/>
            <a:ext cx="14630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向量检索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383280"/>
            <a:ext cx="14630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流式输出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F293B"/>
                </a:solidFill>
              </a:defRPr>
            </a:pPr>
            <a:r>
              <a:t>架构特点: 前后端分离 | RESTful API | SSE流式传输 | 容器化部署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41148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前端技术栈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React 18.3 + TypeScript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Vite 5.4 (构建工具)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Tailwind CSS 3.4 (样式)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Zustand 4.5 (状态管理)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59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@tanstack/react-query 5.56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1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React Router DOM 6.26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3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Axios 1.7 (HTTP客户端)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5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react-markdown 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lucide-react 0.400 (图标)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3931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02412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后端技术栈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FastAPI 0.115 +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SQLAlchemy 2.0 + 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asyncpg 0.30 + psycopg2-binary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24027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python-jose 3.3 + passlib 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1459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LangChain 0.3 + LangGraph 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8891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ChromaDB 0.5 (向量数据库)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06323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arq 0.24 + Redis 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3755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• PyMuPDF 1.25 + python-docx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功能模块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554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207007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45919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用户认证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JWT Token认证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用户注册/登录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密码bcrypt加密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Token刷新机制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097280"/>
            <a:ext cx="1554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14600" y="1207007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645919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模型配置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多模型支持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68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API Key加密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97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默认模型设置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097280"/>
            <a:ext cx="1554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60520" y="1207007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1645919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对话管理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SSE流式输出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上下文管理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68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Agent选择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697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多轮对话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1097280"/>
            <a:ext cx="1554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06440" y="1207007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1645919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文件管理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多格式支持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异步上传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468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自动解析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697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RAG集成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1097280"/>
            <a:ext cx="1554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52360" y="1207007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645919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Agent管理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自定义Prompt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工具配置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468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697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✓ 模型关联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开发过程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Day 1</a:t>
            </a:r>
          </a:p>
          <a:p>
            <a:r>
              <a:t>05-27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17320"/>
            <a:ext cx="164592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182880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项目初始化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12140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Git仓库搭建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414015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Docker环境配置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706623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前后端骨架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1188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Day 2</a:t>
            </a:r>
          </a:p>
          <a:p>
            <a:r>
              <a:t>05-28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1417320"/>
            <a:ext cx="164592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1720" y="182880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用户认证系统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12140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模型配置CRUD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414015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SSE流式输出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706623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ECS部署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Day 3</a:t>
            </a:r>
          </a:p>
          <a:p>
            <a:r>
              <a:t>05-29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0640" y="1417320"/>
            <a:ext cx="164592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34840" y="182880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Agent管理页面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2140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文件上传功能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414015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Agent对话集成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06623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响应式优化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1188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Day 4</a:t>
            </a:r>
          </a:p>
          <a:p>
            <a:r>
              <a:t>05-30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82880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默认模型编辑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12140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输入优化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414015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加载动画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06623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✅ 文档生成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提交日志统计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✨ feat: 15次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822960"/>
            <a:ext cx="22860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🐛 fix: 12次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822960"/>
            <a:ext cx="22860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📝 docs: 1次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日期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630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8229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907c52b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2880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28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82880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设置页面支持编辑默认模型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2140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b23c987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1214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12140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12140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修复文件上传问题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14016"/>
            <a:ext cx="8229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1401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eedd3dd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41401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414016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414016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优化所有页面响应式设计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06624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adcb7fb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270662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70662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706624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响应式UI优化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9923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c6a6c10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29992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299923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29992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修复文件上传问题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918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19dba34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32918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29184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修复文件内容获取问题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58444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fbf714c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35844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358444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358444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优化文件上传流程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87705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29ec3ab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38770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877056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877056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聊天支持上传文件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重大Bug修复记录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31E"/>
                </a:solidFill>
              </a:defRPr>
            </a:pPr>
            <a:r>
              <a:t>Bug #1: Authorization拼写错误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1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问题: 前端api.ts中拼写错误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解决: 修正拼写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704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</a:defRPr>
            </a:pPr>
            <a:r>
              <a:t>b23c987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8229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31E"/>
                </a:solidFill>
              </a:defRPr>
            </a:pPr>
            <a:r>
              <a:t>Bug #2: 文件上传失败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问题: 手动设置Content-Type导致问题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解决: 删除手动设置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677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</a:defRPr>
            </a:pPr>
            <a:r>
              <a:t>c6a6c10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39"/>
            <a:ext cx="8229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64991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31E"/>
                </a:solidFill>
              </a:defRPr>
            </a:pPr>
            <a:r>
              <a:t>Bug #3: Agent创建500错误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1187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问题: 空字符串导致外键约束报错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7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解决: 转为None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364991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</a:defRPr>
            </a:pPr>
            <a:r>
              <a:t>9e72e15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8229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6227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31E"/>
                </a:solidFill>
              </a:defRPr>
            </a:pPr>
            <a:r>
              <a:t>Bug #4: 文件内容未发送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0915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问题: file_ids类型不匹配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37759"/>
            <a:ext cx="79552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解决: 转换UUID列表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62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B7280"/>
                </a:solidFill>
              </a:defRPr>
            </a:pPr>
            <a:r>
              <a:t>19dba34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部署架构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(Nginx)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r>
              <a:t>(Python)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286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r>
              <a:t>(16)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286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Redis</a:t>
            </a:r>
          </a:p>
          <a:p>
            <a:r>
              <a:t>(7)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097280"/>
            <a:ext cx="2286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r>
              <a:t>(latest)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arq-worker</a:t>
            </a:r>
          </a:p>
          <a:p>
            <a:r>
              <a:t>(async)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8229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31E"/>
                </a:solidFill>
              </a:defRPr>
            </a:pPr>
            <a:r>
              <a:t>环境变量配置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DATABASE_URL - 数据库连接字符串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21808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REDIS_URL - Redis连接字符串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14416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CHROMA_HOST - ChromaDB主机地址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07024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SECRET_KEY - JWT密钥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99632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GitHub: https://github.com/wesleycheng/ai-chat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API接口概览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📡 接口统计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总接口数: 27个 | 需要认证: 25个 | 无需认证: 2个 | 基础URL: 8.137.103.202/api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15544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认证(4个)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762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/auth/register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6334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0906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/auth/refresh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5478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 /auth/me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828800"/>
            <a:ext cx="15544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901952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B5CF6"/>
                </a:solidFill>
              </a:defRPr>
            </a:pPr>
            <a:r>
              <a:t>对话(6个)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1762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GET/POST /conversations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26334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GET/DELETE 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0906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 /{id}/messages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5478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/{id}/chat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828800"/>
            <a:ext cx="15544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1901952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文件(4个)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1762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/files/upload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26334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 /files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0906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 /files/{id}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5478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DELETE /files/{id}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1828800"/>
            <a:ext cx="15544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1901952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B5CF6"/>
                </a:solidFill>
              </a:defRPr>
            </a:pPr>
            <a:r>
              <a:t>配置(5个)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21762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GET/POST /config/models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26334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PUT/DELETE 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30906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/{id}/test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828800"/>
            <a:ext cx="15544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1901952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Agent(6个)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1762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GET/POST /agents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26334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GET/PUT/DELETE /{id}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3090672"/>
            <a:ext cx="1408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333333"/>
                </a:solidFill>
              </a:defRPr>
            </a:pPr>
            <a:r>
              <a:t>POST /{id}/test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核心API详解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📨 POST /conversations/{id}/chat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功能: 发送消息并获取AI回复（支持SSE流式输出）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请求: {content, model_id, file_ids[], stream}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响应: SSE流或JSON | 自动保存消息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82296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📎 POST /files/upload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功能: 上传文件并立即解析（PDF/DOCX/XLSX/TXT/MD）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7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请求: multipart/form-data | 限制: ≤10MB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45535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响应: {id, filename, content_text, status}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82296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31E"/>
                </a:solidFill>
              </a:defRPr>
            </a:pPr>
            <a:r>
              <a:t>⚙️ POST /config/models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功能: 创建模型配置（API Key加密存储）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33088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请求: {name, provider, api_base, api_key, model_name}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25696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安全: AES-256加密 | 返回时自动脱敏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代码仓库信息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📦 GitHub仓库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仓库: https://github.com/wesleycheng/ai-chat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克隆: git clone git@github.com:wesleycheng/ai-chat.git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生产: http://8.137.103.202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57984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API文档: http://8.137.103.202/api/docs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41148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📂 项目结构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ai-chat/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├── frontend/  (React+TS)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├── backend/   (FastAPI)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12463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├── nginx/     (Nginx配置)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├── docker-compose.yml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├── deploy-ecs.sh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9028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└── PROJECT_DOCUMENTATION.md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377440"/>
            <a:ext cx="39319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🔧 开发环境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3464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前置要求: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Python 3.12+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1985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Node.js 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12463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Docker Desktop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0050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29768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937760" y="459028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快速启动: docker compose up -d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部署指南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🚀 ECS生产环境部署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服务器: 8.137.103.202 (Ubuntu 22.04)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步骤: 1.SSH登录 2.进入目录 3.拉取代码 4.执行部署 5.检查状态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7863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命令: ssh root@8.137.103.202 | cd /var/www/ai-chat | git pull | bash deploy-ecs.sh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41148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🐳 Docker服务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frontend  - Nginx Alpine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backend   - 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postgres  - PostgreSQL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redis     - Redis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9392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chromadb  - 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arq-worker - 异步任务队列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651760"/>
            <a:ext cx="39319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31E"/>
                </a:solidFill>
              </a:defRPr>
            </a:pPr>
            <a:r>
              <a:t>🔐 环境变量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0896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DATABASE_URL  - 数据库连接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40156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REDIS_URL     - Redis连接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9417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SECRET_KEY    - JWT密钥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98678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CHROMA_HOST   - ChromaDB地址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7939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UPLOAD_DIR    - 文件上传目录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57200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CORS_ORIGINS  - 跨域配置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使用指南 &amp; 未来规划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41148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📖 快速开始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1. 访问 http://8.137.103.202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2. 注册账号并登录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3. 配置模型（设置-&gt;添加模型）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57984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4. 开始对话（选择模型/Agent）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5. 上传文件进行RAG对话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199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7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详见: PROJECT_DOCUMENTATION.md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822960"/>
            <a:ext cx="39319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914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🚀 未来规划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28016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功能增强: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57276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支持更多文件类型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6537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实现RAG检索增强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5798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多模态输入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50591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性能优化: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743199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消息分页加载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035807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文件解析优化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328415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安全加固: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21023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• API限流 | 审计日志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项目已部署生产环境，欢迎测试！GitHub: wesleycheng/ai-chat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AI Chat Platform - Enterprise Multi-Modal AI Chat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Developer: Wesley Cheng</a:t>
            </a:r>
          </a:p>
          <a:p>
            <a:r>
              <a:t>GitHub: https://github.com/wesleycheng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